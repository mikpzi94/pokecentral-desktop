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2fcede33394ad9" /><Relationship Type="http://schemas.openxmlformats.org/officeDocument/2006/relationships/extended-properties" Target="/docProps/app.xml" Id="Red2285c4a2184da4" /><Relationship Type="http://schemas.openxmlformats.org/officeDocument/2006/relationships/officeDocument" Target="/ppt/presentation.xml" Id="R491acf6fe3d841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d5bb89a0494c01"/>
  </p:sldMasterIdLst>
  <p:notesMasterIdLst>
    <p:notesMasterId xmlns:r="http://schemas.openxmlformats.org/officeDocument/2006/relationships" r:id="Ref0d7c1a28b845d5"/>
  </p:notesMasterIdLst>
  <p:sldIdLst>
    <p:sldId xmlns:r="http://schemas.openxmlformats.org/officeDocument/2006/relationships" id="256" r:id="Rd76859ea275e4555"/>
    <p:sldId xmlns:r="http://schemas.openxmlformats.org/officeDocument/2006/relationships" id="257" r:id="R09ef4f802fa0434d"/>
    <p:sldId xmlns:r="http://schemas.openxmlformats.org/officeDocument/2006/relationships" id="258" r:id="Rdca753f3d05743be"/>
    <p:sldId xmlns:r="http://schemas.openxmlformats.org/officeDocument/2006/relationships" id="259" r:id="R6839ebbcd5ed4c99"/>
    <p:sldId xmlns:r="http://schemas.openxmlformats.org/officeDocument/2006/relationships" id="260" r:id="Rff55ef6c63cb439c"/>
    <p:sldId xmlns:r="http://schemas.openxmlformats.org/officeDocument/2006/relationships" id="261" r:id="R0a30220423d24efc"/>
    <p:sldId xmlns:r="http://schemas.openxmlformats.org/officeDocument/2006/relationships" id="262" r:id="Rff61aec393f64adc"/>
    <p:sldId xmlns:r="http://schemas.openxmlformats.org/officeDocument/2006/relationships" id="263" r:id="R78c41db478c24aa9"/>
    <p:sldId xmlns:r="http://schemas.openxmlformats.org/officeDocument/2006/relationships" id="264" r:id="R2e450c7274aa4ed1"/>
    <p:sldId xmlns:r="http://schemas.openxmlformats.org/officeDocument/2006/relationships" id="265" r:id="R417b357f0ebe49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2cdc2944314d69" /><Relationship Type="http://schemas.openxmlformats.org/officeDocument/2006/relationships/slideMaster" Target="/ppt/slideMasters/slideMaster1.xml" Id="R5ad5bb89a0494c01" /><Relationship Type="http://schemas.openxmlformats.org/officeDocument/2006/relationships/notesMaster" Target="/ppt/notesMasters/notesMaster1.xml" Id="Ref0d7c1a28b845d5" /><Relationship Type="http://schemas.openxmlformats.org/officeDocument/2006/relationships/presProps" Target="/ppt/presProps.xml" Id="R8d0dfd8f41734888" /><Relationship Type="http://schemas.openxmlformats.org/officeDocument/2006/relationships/tableStyles" Target="/ppt/tableStyles.xml" Id="R9a9ea57c31a140f6" /><Relationship Type="http://schemas.openxmlformats.org/officeDocument/2006/relationships/slide" Target="/ppt/slides/slide1.xml" Id="Rd76859ea275e4555" /><Relationship Type="http://schemas.openxmlformats.org/officeDocument/2006/relationships/slide" Target="/ppt/slides/slide2.xml" Id="R09ef4f802fa0434d" /><Relationship Type="http://schemas.openxmlformats.org/officeDocument/2006/relationships/slide" Target="/ppt/slides/slide3.xml" Id="Rdca753f3d05743be" /><Relationship Type="http://schemas.openxmlformats.org/officeDocument/2006/relationships/slide" Target="/ppt/slides/slide4.xml" Id="R6839ebbcd5ed4c99" /><Relationship Type="http://schemas.openxmlformats.org/officeDocument/2006/relationships/slide" Target="/ppt/slides/slide5.xml" Id="Rff55ef6c63cb439c" /><Relationship Type="http://schemas.openxmlformats.org/officeDocument/2006/relationships/slide" Target="/ppt/slides/slide6.xml" Id="R0a30220423d24efc" /><Relationship Type="http://schemas.openxmlformats.org/officeDocument/2006/relationships/slide" Target="/ppt/slides/slide7.xml" Id="Rff61aec393f64adc" /><Relationship Type="http://schemas.openxmlformats.org/officeDocument/2006/relationships/slide" Target="/ppt/slides/slide8.xml" Id="R78c41db478c24aa9" /><Relationship Type="http://schemas.openxmlformats.org/officeDocument/2006/relationships/slide" Target="/ppt/slides/slide9.xml" Id="R2e450c7274aa4ed1" /><Relationship Type="http://schemas.openxmlformats.org/officeDocument/2006/relationships/slide" Target="/ppt/slides/slide10.xml" Id="R417b357f0ebe49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8d0817008d49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697a4e02194c42" /><Relationship Type="http://schemas.openxmlformats.org/officeDocument/2006/relationships/notesMaster" Target="/ppt/notesMasters/notesMaster1.xml" Id="R90ba76e47c2846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97d7a37e7b492a" /><Relationship Type="http://schemas.openxmlformats.org/officeDocument/2006/relationships/notesMaster" Target="/ppt/notesMasters/notesMaster1.xml" Id="Rc76c3de5830842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3f1a95790a446d" /><Relationship Type="http://schemas.openxmlformats.org/officeDocument/2006/relationships/notesMaster" Target="/ppt/notesMasters/notesMaster1.xml" Id="R6c1dae72f9f348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e8d55564244b85" /><Relationship Type="http://schemas.openxmlformats.org/officeDocument/2006/relationships/notesMaster" Target="/ppt/notesMasters/notesMaster1.xml" Id="R18dcbf681b8d4a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3adec508e9498a" /><Relationship Type="http://schemas.openxmlformats.org/officeDocument/2006/relationships/notesMaster" Target="/ppt/notesMasters/notesMaster1.xml" Id="Rd1f73a43979742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96b5f318af46cb" /><Relationship Type="http://schemas.openxmlformats.org/officeDocument/2006/relationships/notesMaster" Target="/ppt/notesMasters/notesMaster1.xml" Id="R5d2c5ce150db47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3d53f4514d43cc" /><Relationship Type="http://schemas.openxmlformats.org/officeDocument/2006/relationships/notesMaster" Target="/ppt/notesMasters/notesMaster1.xml" Id="R8c2ad981f62d41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2c5254c58c4073" /><Relationship Type="http://schemas.openxmlformats.org/officeDocument/2006/relationships/notesMaster" Target="/ppt/notesMasters/notesMaster1.xml" Id="R017b4c93b50f4f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867c687c3a4187" /><Relationship Type="http://schemas.openxmlformats.org/officeDocument/2006/relationships/notesMaster" Target="/ppt/notesMasters/notesMaster1.xml" Id="R7e8853e472324d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c43afb438e4b27" /><Relationship Type="http://schemas.openxmlformats.org/officeDocument/2006/relationships/notesMaster" Target="/ppt/notesMasters/notesMaster1.xml" Id="R5037974c120043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C:/Users/MikPz/Desktop/IA/PROJETO POKE IDLE WOLRD SITE/pokecentral-desktop/src/renderer/public/icons/logo.png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C:\Users\MikPz\Desktop\IA\PROJETO POKE IDLE WOLRD SITE\pokecentral-desktop\.tmp-presentation\current-captures/launcher-current.png — captura direta da versão atual do aplicativo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C:\Users\MikPz\Desktop\IA\PROJETO POKE IDLE WOLRD SITE\pokecentral-desktop\.tmp-presentation\current-captures/inventory-current.png — captura direta da versão atual do aplicativo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C:\Users\MikPz\Desktop\IA\PROJETO POKE IDLE WOLRD SITE\pokecentral-desktop\.tmp-presentation\current-captures/laboratory-current.png — captura direta da versão atual do aplicativo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C:\Users\MikPz\Desktop\IA\PROJETO POKE IDLE WOLRD SITE\pokecentral-desktop\.tmp-presentation\current-captures/showcase-current.png — captura direta da versão atual do aplicativo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C:/Users/MikPz/Desktop/IA/PROJETO POKE IDLE WOLRD SITE/pokecentral-desktop/src/main/index.ts</a:t>
            </a:r>
          </a:p>
          <a:p xmlns:a="http://schemas.openxmlformats.org/drawingml/2006/main">
            <a:r>
              <a:t>- C:/Users/MikPz/Desktop/IA/PROJETO POKE IDLE WOLRD SITE/pokecentral-desktop/src/preload/index.ts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- https://www.gov.br/mdr/pt-br/acesso-a-informacao/perguntas-frequentes/perguntas-e-respostas-frequentes-sobre-lgpd/quais-principios-devem-nortear-o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C:/Users/MikPz/Desktop/IA/PROJETO POKE IDLE WOLRD SITE/pokecentral-desktop/CONTEXTO_POKECENTRAL_DESKTOP.txt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e2766ee5e4b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a2a29ee4d54326" /><Relationship Type="http://schemas.openxmlformats.org/officeDocument/2006/relationships/slideLayout" Target="/ppt/slideLayouts/slideLayout1.xml" Id="R7d12bf4746f840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12bf4746f840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4670564bf4fad" /><Relationship Type="http://schemas.openxmlformats.org/officeDocument/2006/relationships/image" Target="/ppt/media/image.png" Id="R8f146805a6c24058" /><Relationship Type="http://schemas.openxmlformats.org/officeDocument/2006/relationships/notesSlide" Target="/ppt/notesSlides/notesSlide1.xml" Id="Rcc2275e1ddf24c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fe4037ee84561" /><Relationship Type="http://schemas.openxmlformats.org/officeDocument/2006/relationships/notesSlide" Target="/ppt/notesSlides/notesSlide2.xml" Id="Ra30eaed3782049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2cbe4db9b467a" /><Relationship Type="http://schemas.openxmlformats.org/officeDocument/2006/relationships/image" Target="/ppt/media/image2.png" Id="R77972a1f06d2462f" /><Relationship Type="http://schemas.openxmlformats.org/officeDocument/2006/relationships/notesSlide" Target="/ppt/notesSlides/notesSlide3.xml" Id="R687ba377649b45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3c65769bb4ab9" /><Relationship Type="http://schemas.openxmlformats.org/officeDocument/2006/relationships/image" Target="/ppt/media/image3.png" Id="Rc6e8da904fa94a02" /><Relationship Type="http://schemas.openxmlformats.org/officeDocument/2006/relationships/notesSlide" Target="/ppt/notesSlides/notesSlide4.xml" Id="R5f03a7ab848f4c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4bb53b9c4884" /><Relationship Type="http://schemas.openxmlformats.org/officeDocument/2006/relationships/image" Target="/ppt/media/image4.png" Id="R7398165eef314b24" /><Relationship Type="http://schemas.openxmlformats.org/officeDocument/2006/relationships/notesSlide" Target="/ppt/notesSlides/notesSlide5.xml" Id="R2c217c80769d46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3833aedef47ff" /><Relationship Type="http://schemas.openxmlformats.org/officeDocument/2006/relationships/image" Target="/ppt/media/image5.png" Id="Rfa12218032d64824" /><Relationship Type="http://schemas.openxmlformats.org/officeDocument/2006/relationships/notesSlide" Target="/ppt/notesSlides/notesSlide6.xml" Id="R3ca28f75177e43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c448d07e649d0" /><Relationship Type="http://schemas.openxmlformats.org/officeDocument/2006/relationships/notesSlide" Target="/ppt/notesSlides/notesSlide7.xml" Id="Rcf12872fc3bd4f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6555f3ead41b1" /><Relationship Type="http://schemas.openxmlformats.org/officeDocument/2006/relationships/notesSlide" Target="/ppt/notesSlides/notesSlide8.xml" Id="Rfa16fe2f4bb745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0d4a917e34fe0" /><Relationship Type="http://schemas.openxmlformats.org/officeDocument/2006/relationships/notesSlide" Target="/ppt/notesSlides/notesSlide9.xml" Id="R51ba7ae0af614b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e5355aa844208" /><Relationship Type="http://schemas.openxmlformats.org/officeDocument/2006/relationships/notesSlide" Target="/ppt/notesSlides/notesSlide10.xml" Id="R0ec83b5374774b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13FDE-5DBD-4B4F-9A41-5F0A021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A837D-E4AF-4ECA-81EF-4C07C769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381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80413-5C2C-4034-974D-63B6E523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53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01A"/>
          </a:solidFill>
          <a:ln xmlns:a="http://schemas.openxmlformats.org/drawingml/2006/main" w="19050">
            <a:solidFill>
              <a:srgbClr val="6B563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46805a6c24058"/>
          <a:stretch xmlns:a="http://schemas.openxmlformats.org/drawingml/2006/main"/>
        </p:blipFill>
        <p:spPr>
          <a:xfrm xmlns:a="http://schemas.openxmlformats.org/drawingml/2006/main">
            <a:off x="1085850" y="108585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DE032-E538-4CCB-B07A-4144768A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4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POKECENTRAL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EED3D-933F-45FC-BAA8-286DE5EB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300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DESKTOP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FA3D6-26CA-4F78-B29C-EFEBB2DD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Contas, inventário e análise em uma central local.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E41C7-ED37-44A3-83DD-C1A3E451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Launcher independente para Windows  •  versão 0.12.1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273A3-B08C-437C-8F3A-406B8A94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645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36450"/>
                </a:solidFill>
                <a:latin typeface="Aptos"/>
                <a:ea typeface="Aptos"/>
                <a:cs typeface="Aptos"/>
              </a:rPr>
              <a:t>Ferramenta complementar. Não automatiza ações dentro do jogo.</a:t>
            </a:r>
          </a:p>
        </p:txBody>
      </p:sp>
    </p:spTree>
    <p:extLst>
      <p:ext uri="{BB962C8B-B14F-4D97-AF65-F5344CB8AC3E}">
        <p14:creationId xmlns:p14="http://schemas.microsoft.com/office/powerpoint/2010/main" val="711878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42097-551C-4266-83AC-26822A62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573C2-59EC-4F39-8698-0767FF4F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91382-64F7-4389-B020-F709B336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VISÃO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6577A-D05E-49BD-9B35-76A52193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7D7F3-DEFC-4312-83BB-E55AD7E3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B041D-4596-4CBB-B35C-44EE8BEA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B1332-82FE-4242-BE80-6562BC87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Quatro contas não precisam virar quatro rotinas.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C8E68-E755-4849-984E-41370659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O aplicativo reúne o que hoje exige alternância, conferência e organização manual.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79888-EC7B-4B49-B758-A61204A9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BB50E-34BB-4FE1-83B6-CB2D1317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O jogador continua jogando.</a:t>
            </a:r>
          </a:p>
          <a:p xmlns:a="http://schemas.openxmlformats.org/drawingml/2006/main">
            <a:pPr algn="l">
              <a:defRPr sz="22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O PokeCentral organiza ao redor.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AECBE-7C7A-4DBD-A3D4-6ED6B080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869CF-0E08-4F36-A3C3-7245A737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SESSÕES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10040-8FB8-41B2-8ADF-3635B30B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Até quatro logins isolados, preservados ao trocar de tela.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8ACBE-0108-407A-B4D7-3DC96DCB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C0F03-65EE-41AE-BD59-E5B96C61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E8018-C07A-4221-B115-3E1EFFB8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INVENTÁRIO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84800-43A2-4A63-9BDE-2A48B7CB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Pokémon, Pokébolas e itens consolidados em um único lugar.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4550B-D32F-4B02-AD99-378DD439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5943D-7AFF-4F98-BB4B-5A679FBE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B2119-8F37-4982-A545-786B0F5E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10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DECISÃO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124B9-13E5-4485-ABCD-9823496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720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Análise, preço sugerido e compartilhamento somente quando solicitado.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1825D-9A7E-471C-82DC-24103C2C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4207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58302-9950-4C56-8604-8DBAA9F2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67C65-A647-429C-805C-1251E13B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9BD46-CDD8-4E3C-8B84-7BBCC890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LAUNCHER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5E2FF-654A-498B-8E26-FF42B3E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8588A-10F6-4847-95D6-2170B668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AF263-DE5F-4FE6-9E7F-74E57574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B5061-4E82-4741-86CE-BA517F71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Todas as contas permanecem visíveis e independentes.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226A5-C578-4313-8BD8-1F15FEBB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Grade 2×2 por padrão; qualquer sessão pode ser ampliada sem perder o estado.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B5365-9F9A-449D-B2B5-7D2E6F1D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C16B5-1DAF-403B-8A5A-6B0D490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862965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01A"/>
          </a:solidFill>
          <a:ln xmlns:a="http://schemas.openxmlformats.org/drawingml/2006/main" w="19050">
            <a:solidFill>
              <a:srgbClr val="8FC45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72a1f06d2462f"/>
          <a:srcRect xmlns:a="http://schemas.openxmlformats.org/drawingml/2006/main" l="0" t="11568" r="0" b="11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076450"/>
            <a:ext cx="8477250" cy="39814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0976A-C32F-48BA-82E5-05BA494F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40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A37B7-95B1-463E-A306-DC1B893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SESSÕES</a:t>
            </a:r>
          </a:p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ISOLADAS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7FD16-78B7-48F2-9F5F-DDEC1050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290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EE91B-A884-4EAD-8607-064E0D45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• login persistente</a:t>
            </a:r>
          </a:p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• conta por cor</a:t>
            </a:r>
          </a:p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• grade ou foco</a:t>
            </a:r>
          </a:p>
          <a:p xmlns:a="http://schemas.openxmlformats.org/drawingml/2006/main">
            <a:pPr algn="l">
              <a:defRPr sz="1275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• menu recolhível</a:t>
            </a:r>
          </a:p>
        </p:txBody>
      </p:sp>
    </p:spTree>
    <p:extLst>
      <p:ext uri="{BB962C8B-B14F-4D97-AF65-F5344CB8AC3E}">
        <p14:creationId xmlns:p14="http://schemas.microsoft.com/office/powerpoint/2010/main" val="1724603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6048B-5E54-4F19-9BCD-4A18DD2D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BB6C7-F1BB-421A-849A-B39328EF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8FBCE-8505-40A3-A343-3CADEA34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INVENTÁRIO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1D868-F2E2-4BC4-ACD1-B1B1FDFE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7960A-4107-4C95-A40E-38E570E5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62067-A000-4ECE-B58C-6EBDB449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52D25-AB6C-47F9-BA2D-C47D773F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Um inventário único reduz procura e comparação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270F1-B9C9-49BC-B0FC-BABECD9A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Filtros por conta, nível, IV, raridade e shiny ajudam a encontrar o que importa.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0B9C5-07D5-4E1D-AA01-E926DBFB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3343A-73C3-44EC-916A-9CB5679A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1104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01A"/>
          </a:solidFill>
          <a:ln xmlns:a="http://schemas.openxmlformats.org/drawingml/2006/main" w="19050">
            <a:solidFill>
              <a:srgbClr val="8FC45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8da904fa94a02"/>
          <a:srcRect xmlns:a="http://schemas.openxmlformats.org/drawingml/2006/main" l="0" t="24672" r="0" b="24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057400"/>
            <a:ext cx="10896600" cy="3371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9885A-CB5F-4BD9-9819-B9E92426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TUDO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B187B-82DA-40F5-B162-F50B1CE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3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POKÉMON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0DCAB-41EC-4BF4-BD79-BA4ADE68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3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POKÉBOLAS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FB368-0DF3-44A2-A21E-960AC0D4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3880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ITENS</a:t>
            </a:r>
          </a:p>
        </p:txBody>
      </p:sp>
    </p:spTree>
    <p:extLst>
      <p:ext uri="{BB962C8B-B14F-4D97-AF65-F5344CB8AC3E}">
        <p14:creationId xmlns:p14="http://schemas.microsoft.com/office/powerpoint/2010/main" val="1333831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3B157-D34A-4F19-A633-9A433410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CF385-70B0-4DD3-96E3-8F3C7940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E776A-8569-43BD-A9E6-F4234DC5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LABORATÓRIO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97DCB-1613-4F46-A9A1-3A4D1ED5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AA044-65BA-4267-9C50-AF411C0B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6F6E7-B350-4CA4-9645-555505A7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18FF8-1791-4B37-9F8C-94E7331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A análise transforma números em uma leitura prática.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F21E8-01A5-44A0-9E50-499BBA46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Quality, IV, Power e seis atributos aparecem juntos, com potencial apresentado como estimativa.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606D9-3AF4-4A95-87DC-369DA8D8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660E5-2EFD-4A07-9B02-FCDA1B3C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73914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01A"/>
          </a:solidFill>
          <a:ln xmlns:a="http://schemas.openxmlformats.org/drawingml/2006/main" w="19050">
            <a:solidFill>
              <a:srgbClr val="4A90C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8165eef314b24"/>
          <a:stretch xmlns:a="http://schemas.openxmlformats.org/drawingml/2006/main"/>
        </p:blipFill>
        <p:spPr>
          <a:xfrm xmlns:a="http://schemas.openxmlformats.org/drawingml/2006/main">
            <a:off x="945957" y="2038350"/>
            <a:ext cx="6642487" cy="4057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5ABD6-DA6C-4768-8F90-BC77DC01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A LEITURA REÚNE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8ECB5-5411-429C-91FF-0D51524C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952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Raridade</a:t>
            </a:r>
          </a:p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IV total</a:t>
            </a:r>
          </a:p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Power atual</a:t>
            </a:r>
          </a:p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Seis atributos</a:t>
            </a:r>
          </a:p>
          <a:p xmlns:a="http://schemas.openxmlformats.org/drawingml/2006/main">
            <a:pPr algn="l">
              <a:defRPr sz="1650" b="1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8D5"/>
                </a:solidFill>
                <a:latin typeface="Aptos"/>
                <a:ea typeface="Aptos"/>
                <a:cs typeface="Aptos"/>
              </a:rPr>
              <a:t>Potencial estimado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4DC7D-692B-48B1-8D45-95AD80F7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 classificação auxilia a triagem; não substitui uma medição oficial do jogo.</a:t>
            </a:r>
          </a:p>
        </p:txBody>
      </p:sp>
    </p:spTree>
    <p:extLst>
      <p:ext uri="{BB962C8B-B14F-4D97-AF65-F5344CB8AC3E}">
        <p14:creationId xmlns:p14="http://schemas.microsoft.com/office/powerpoint/2010/main" val="1984906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D44BD-BAE8-466B-9EDB-393D13FB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27B72-2C23-4DA7-97CE-05924117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6D844-52FC-4C89-B77F-7C1A230F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VITRINE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43B13-B5C7-4A0F-8C1E-8C7615D4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85127-4983-4062-9E93-C724731A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67A54-86AC-4AD9-87E4-B3315AA5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4E968-C218-41B2-87F8-BFFAECE7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O anúncio nasce local e só sai quando o jogador decide.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00D8A-FC84-4221-BC0D-4D6CB7C6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Preço sugerido, contatos e compartilhamento ficam sob ação explícita do usuário.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D9B31-D664-45FE-A057-F500AD52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87999-FC30-4A51-B9B2-F815506D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78676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01A"/>
          </a:solidFill>
          <a:ln xmlns:a="http://schemas.openxmlformats.org/drawingml/2006/main" w="19050">
            <a:solidFill>
              <a:srgbClr val="A878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2218032d64824"/>
          <a:srcRect xmlns:a="http://schemas.openxmlformats.org/drawingml/2006/main" l="0" t="7154" r="0" b="7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038350"/>
            <a:ext cx="7715250" cy="4038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EAC69-8ACF-453E-938A-6BD6BEE7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44B3B-59AB-4B0D-B703-C73CA6DA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CRIAR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1AF1F-D224-4653-B190-C1DFE7D8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95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Selecionar o Pokémon e decidir o preço.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3870F-88C3-498B-AA46-D1272691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71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42C9B-68F5-46E2-93B8-F6B3900A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REVISAR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957AB-6834-4665-A1A6-7791E71C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Confirmar dados, contato e negociação.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C9AD6-6B26-4FF7-A0A5-859C3681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91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C9F16-8810-46C5-82E0-1E4C6ABF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91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COMPARTILHAR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DD4D8-E652-407F-A0A7-8004EF3E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339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Copiar imagem ou gerar link temporário.</a:t>
            </a:r>
          </a:p>
        </p:txBody>
      </p:sp>
    </p:spTree>
    <p:extLst>
      <p:ext uri="{BB962C8B-B14F-4D97-AF65-F5344CB8AC3E}">
        <p14:creationId xmlns:p14="http://schemas.microsoft.com/office/powerpoint/2010/main" val="1311077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342D9-1853-4BE0-9386-32718250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FA44F-2BB0-4E9E-BE87-608603F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8983E-5C86-4C4C-B19D-97768DCD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PRINCÍPIOS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2E085-8604-4C18-ADFD-B8CC70D4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4F46A-9C87-43CE-9392-BFB9E295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A93D4-9B7E-4E48-8246-E4326F9B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1F65B-40D2-454B-B6B6-F04D1637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O jogador permanece no controle de cada 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DBEA5-B423-4569-BD97-536AE99C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 proposta é organizar informações — nunca substituir a interação humana com o jogo.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F21B9-A2D2-4FE3-9648-C1C37C70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D375E-682F-49CF-9834-58ED774B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O APLICATIVO FAZ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D5462-EDE4-4966-A108-3E218339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93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D4593F"/>
                </a:solidFill>
                <a:latin typeface="Courier New"/>
                <a:ea typeface="Courier New"/>
                <a:cs typeface="Courier New"/>
              </a:rPr>
              <a:t>O APLICATIVO NÃO FAZ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B5B54-021A-405B-BDE2-18E8C843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190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363F2-DC13-46DB-AE42-E153B7EA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47625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✓ abre sessões separadas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✓ organiza dados da própria conta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✓ consolida inventário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✓ calcula indicadores locais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✓ compartilha quando solicitado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705D7-A0FB-4E5D-BADE-0172EFA3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47625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× não clica nem movimenta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× não caça nem captura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× não executa macros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× não lê memória do processo</a:t>
            </a:r>
          </a:p>
          <a:p xmlns:a="http://schemas.openxmlformats.org/drawingml/2006/main">
            <a:pPr algn="l">
              <a:defRPr sz="165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× não coleta senha ou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E216A-5871-487E-A848-1329DB25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45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SEM AUTOMAÇÃO DE GAMEPLAY</a:t>
            </a:r>
          </a:p>
        </p:txBody>
      </p:sp>
    </p:spTree>
    <p:extLst>
      <p:ext uri="{BB962C8B-B14F-4D97-AF65-F5344CB8AC3E}">
        <p14:creationId xmlns:p14="http://schemas.microsoft.com/office/powerpoint/2010/main" val="1705818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55C03-4F5A-4D47-BFA2-2675E2D2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23943-3FC6-40FA-8F8C-CB1F9DFA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53ED0-D42E-481C-9907-C3B4D79A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SEGURANÇA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414CF-DBA7-4738-A01C-757056FA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13409-60A5-4E06-A862-AF7C6546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3A6C0-2E00-4FA1-BA26-A2AC506E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2949B-B940-475A-811C-73A729E6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Privacidade local é o comportamento padrão.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241EB-5CDA-419E-8322-0A82E5F4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As sessões do jogo ficam separadas das funções internas do desktop.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8EF98-1480-41FE-8598-2AE49D48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5DC0E-924A-4FD6-9EE7-241192E8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87EB7-FD24-4BC1-A848-06162F8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SESSÕES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12B90-BB16-49C8-A428-3A6FFF1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336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Cada conta usa uma partição persistente própria.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98CCC-1D96-4936-91A7-A0B4E0E7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3EB6A-9B6C-414A-9A02-FB8A82BB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5B7A5-0021-4956-8EBF-7F0830ED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COLETA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5E293-3E48-4A87-8913-4B284276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Somente informações recebidas pela sessão autenticada do jogador.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D489E-F1B7-4D3D-ACF0-AEF7AF2A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AE5FF-E57E-418E-8A4F-6C19723F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EE08B-8881-43A9-B3E8-3A3E5B4D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62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ARMAZENAMENTO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6520F-F8CA-4642-B616-00E1199B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624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Inventário, anúncios e contatos permanecem no computador.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827AD-FFBA-422E-B437-3192941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6D7FC-0313-4710-BF53-76200BA6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9AE19-C30C-4557-A859-DDEC8101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COMPARTILHAMENTO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A639A-8198-4E9A-9518-56B49BE6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768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Somente após comando claro; links temporários e dados limitados.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AF5CC-F8ED-4C93-8E73-0B44D231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007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3AE35-7553-44A9-808C-790B57FD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nodeIntegration desativado  •  isolamento de contexto  •  sandbox  •  navegação restrita</a:t>
            </a:r>
          </a:p>
        </p:txBody>
      </p:sp>
    </p:spTree>
    <p:extLst>
      <p:ext uri="{BB962C8B-B14F-4D97-AF65-F5344CB8AC3E}">
        <p14:creationId xmlns:p14="http://schemas.microsoft.com/office/powerpoint/2010/main" val="1747735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8708D-1A25-4E7B-9D31-3150B3DE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6CF32-B9C5-4283-822F-60D540CF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F178-3835-47EF-A4CF-BEA7601C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CONFIANÇA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F7867-6007-44E9-82EA-3C885EDA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EF88A-39D6-4865-8DBE-99A587BC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638E2-47DB-4D3D-9818-97923B8C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D6B17-D7FA-418D-AC1B-EEF05BBD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Transparência não exige publicar o código do produto.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B6CB0-AD21-449B-B00A-E0B06AC7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 página pública pode oferecer evidências verificáveis sem expor a lógica comercial.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EC376-7247-4674-B504-1B89E57B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080C3-8D3B-48B8-97D3-1D68CA68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4BBA4-8F13-4E22-A322-5BD5DCE7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Política de privacidade em linguagem clara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6EAEF-411F-4A30-92C7-A6AA3B23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F7DE8-4D6B-4E35-8FFB-396685E5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Mapa dos dados acessados e onde ficam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2269F-4880-4BC3-8771-2A2461B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611EC-3C50-4C17-ABD8-4A73CE4C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Histórico público de versões e correções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672CA-9B94-4642-9826-3AA8B60E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55909-99BE-4505-A0F9-C04F9444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Hash do instalador e análise antivírus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0F44B-6718-4572-96EB-32B89446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1BF8C-B8AE-4053-A5F1-B66091FB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Canal responsável para suporte e segurança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D9E89-DFD9-4E7E-9928-BA73F8D7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86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FC4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41BF9-7195-4437-940F-52C1877A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672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E8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2E8D5"/>
                </a:solidFill>
                <a:latin typeface="Aptos"/>
                <a:ea typeface="Aptos"/>
                <a:cs typeface="Aptos"/>
              </a:rPr>
              <a:t>Demonstração real das principais funções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C089B-BD3E-422E-A5D0-C36A1337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C97A4-6809-4B20-BD6E-21763924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Identidade própria  •  descrição precisa  •  nenhuma alegação de produto oficial</a:t>
            </a:r>
          </a:p>
        </p:txBody>
      </p:sp>
    </p:spTree>
    <p:extLst>
      <p:ext uri="{BB962C8B-B14F-4D97-AF65-F5344CB8AC3E}">
        <p14:creationId xmlns:p14="http://schemas.microsoft.com/office/powerpoint/2010/main" val="2788984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10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FD0B5F-89B0-4923-86E6-FC53E08C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DA717-EF57-4E2B-AF51-8B24B0F7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20EF0-AB43-4E9E-A403-95830F58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PRÓXIMO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2F03A-ADA4-40FD-99C6-DE32F8FE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1C063-2813-43A6-8B0B-D2C7FFEB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21A21-6283-4565-B1F9-63A57856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736450"/>
                </a:solidFill>
                <a:latin typeface="Courier New"/>
                <a:ea typeface="Courier New"/>
                <a:cs typeface="Courier New"/>
              </a:rPr>
              <a:t>POKECENTRAL DESKTOP  •  APRESENTAÇÃO DO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C5A06-AB19-4659-87C7-3765878B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O próximo marco é uma beta pequena e verificável.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19612-053E-46CA-B64B-906E6F05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 evolução comercial acontece depois de validar instalação, segurança e entendimento do usuário.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AAF34-0119-4A56-B9EE-8C87F352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70648-D6F0-40EC-A74C-419E204D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C45A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8FC45A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1FB66-C386-4F45-8AEB-CFABB03C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75BC3-25FA-452D-82F9-3126220F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VALIDAR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7C346-3DE6-4BD4-8303-0E029A48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Instalação limpa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Links e contatos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Persistência das sessões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F1D59-BFBD-4337-BDE8-3440CAB4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43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90C2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4A90C2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81A48-EAF1-4291-BDAF-3040F26D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436A9-0CAC-436D-AA94-AE75EBC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67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TESTAR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81E11-070E-40A9-9BB1-5F1B9A15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Grupo pequeno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Feedback documentado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Correções prioritárias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85C91-C77B-429D-A5F9-55B744D8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78C4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A878C4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2E310-EE2F-4C64-ABC7-80E5EA9C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AA887-EF22-40D6-99BC-7F29189F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PUBLICAR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B4893-E0E4-4465-8853-8BB05BCF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Página do produto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Privacidade e termos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Download verificável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5CB72D-2808-4D6B-A7A0-80A43A4A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429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0B429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4FC53-732D-4B7B-8191-88DF636F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32020-B949-4B0D-9F99-488BBF93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LANÇAR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0A4F5-1D56-4907-8CE8-873CDE91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38550"/>
            <a:ext cx="2266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Licença de uso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Suporte definido</a:t>
            </a:r>
          </a:p>
          <a:p xmlns:a="http://schemas.openxmlformats.org/drawingml/2006/main">
            <a:pPr algn="l">
              <a:defRPr sz="1350" b="0">
                <a:solidFill>
                  <a:srgbClr val="A898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9880"/>
                </a:solidFill>
                <a:latin typeface="Aptos"/>
                <a:ea typeface="Aptos"/>
                <a:cs typeface="Aptos"/>
              </a:rPr>
              <a:t>Atualizações controladas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EE30B4-BF8E-48B8-BD28-53CBCFF4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E8D5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2E8D5"/>
                </a:solidFill>
                <a:latin typeface="Courier New"/>
                <a:ea typeface="Courier New"/>
                <a:cs typeface="Courier New"/>
              </a:rPr>
              <a:t>PokeCentral Desktop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08E0BE-3A8E-4702-B492-DBEBD0CF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B42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0B429"/>
                </a:solidFill>
                <a:latin typeface="Aptos"/>
                <a:ea typeface="Aptos"/>
                <a:cs typeface="Aptos"/>
              </a:rPr>
              <a:t>Uma central local para organizar antes de compartilhar.</a:t>
            </a:r>
          </a:p>
        </p:txBody>
      </p:sp>
    </p:spTree>
    <p:extLst>
      <p:ext uri="{BB962C8B-B14F-4D97-AF65-F5344CB8AC3E}">
        <p14:creationId xmlns:p14="http://schemas.microsoft.com/office/powerpoint/2010/main" val="81847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2026-07-24T13:52:16.0970000Z</dcterms:created>
  <dcterms:modified xsi:type="dcterms:W3CDTF">2026-07-24T13:52:16.0970000Z</dcterms:modified>
</coreProperties>
</file>