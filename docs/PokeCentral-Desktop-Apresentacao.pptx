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0c275bdd864939" /><Relationship Type="http://schemas.openxmlformats.org/officeDocument/2006/relationships/extended-properties" Target="/docProps/app.xml" Id="Rb592f08896b3462c" /><Relationship Type="http://schemas.openxmlformats.org/officeDocument/2006/relationships/officeDocument" Target="/ppt/presentation.xml" Id="R21c4f2b4eee94a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bbf054d5bd4df0"/>
  </p:sldMasterIdLst>
  <p:notesMasterIdLst>
    <p:notesMasterId xmlns:r="http://schemas.openxmlformats.org/officeDocument/2006/relationships" r:id="Rc77c911ef22642ac"/>
  </p:notesMasterIdLst>
  <p:sldIdLst>
    <p:sldId xmlns:r="http://schemas.openxmlformats.org/officeDocument/2006/relationships" id="256" r:id="R74147d9212964fc9"/>
    <p:sldId xmlns:r="http://schemas.openxmlformats.org/officeDocument/2006/relationships" id="257" r:id="R79b4a12a5c304b3e"/>
    <p:sldId xmlns:r="http://schemas.openxmlformats.org/officeDocument/2006/relationships" id="258" r:id="Rf29f9ceee5f34bb5"/>
    <p:sldId xmlns:r="http://schemas.openxmlformats.org/officeDocument/2006/relationships" id="259" r:id="Re838ae8a778047d5"/>
    <p:sldId xmlns:r="http://schemas.openxmlformats.org/officeDocument/2006/relationships" id="260" r:id="R860e792018854f2f"/>
    <p:sldId xmlns:r="http://schemas.openxmlformats.org/officeDocument/2006/relationships" id="261" r:id="Ra16faf5a47374067"/>
    <p:sldId xmlns:r="http://schemas.openxmlformats.org/officeDocument/2006/relationships" id="262" r:id="Rb8d76b2e22b74389"/>
    <p:sldId xmlns:r="http://schemas.openxmlformats.org/officeDocument/2006/relationships" id="263" r:id="R6b530eeff4c8471e"/>
    <p:sldId xmlns:r="http://schemas.openxmlformats.org/officeDocument/2006/relationships" id="264" r:id="Rc1dc75880ed74768"/>
    <p:sldId xmlns:r="http://schemas.openxmlformats.org/officeDocument/2006/relationships" id="265" r:id="Re015cd8dd7bc42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e6f9c610504a83" /><Relationship Type="http://schemas.openxmlformats.org/officeDocument/2006/relationships/slideMaster" Target="/ppt/slideMasters/slideMaster1.xml" Id="R59bbf054d5bd4df0" /><Relationship Type="http://schemas.openxmlformats.org/officeDocument/2006/relationships/notesMaster" Target="/ppt/notesMasters/notesMaster1.xml" Id="Rc77c911ef22642ac" /><Relationship Type="http://schemas.openxmlformats.org/officeDocument/2006/relationships/presProps" Target="/ppt/presProps.xml" Id="Rcaf6078f852b4223" /><Relationship Type="http://schemas.openxmlformats.org/officeDocument/2006/relationships/tableStyles" Target="/ppt/tableStyles.xml" Id="R66aa450726724688" /><Relationship Type="http://schemas.openxmlformats.org/officeDocument/2006/relationships/slide" Target="/ppt/slides/slide1.xml" Id="R74147d9212964fc9" /><Relationship Type="http://schemas.openxmlformats.org/officeDocument/2006/relationships/slide" Target="/ppt/slides/slide2.xml" Id="R79b4a12a5c304b3e" /><Relationship Type="http://schemas.openxmlformats.org/officeDocument/2006/relationships/slide" Target="/ppt/slides/slide3.xml" Id="Rf29f9ceee5f34bb5" /><Relationship Type="http://schemas.openxmlformats.org/officeDocument/2006/relationships/slide" Target="/ppt/slides/slide4.xml" Id="Re838ae8a778047d5" /><Relationship Type="http://schemas.openxmlformats.org/officeDocument/2006/relationships/slide" Target="/ppt/slides/slide5.xml" Id="R860e792018854f2f" /><Relationship Type="http://schemas.openxmlformats.org/officeDocument/2006/relationships/slide" Target="/ppt/slides/slide6.xml" Id="Ra16faf5a47374067" /><Relationship Type="http://schemas.openxmlformats.org/officeDocument/2006/relationships/slide" Target="/ppt/slides/slide7.xml" Id="Rb8d76b2e22b74389" /><Relationship Type="http://schemas.openxmlformats.org/officeDocument/2006/relationships/slide" Target="/ppt/slides/slide8.xml" Id="R6b530eeff4c8471e" /><Relationship Type="http://schemas.openxmlformats.org/officeDocument/2006/relationships/slide" Target="/ppt/slides/slide9.xml" Id="Rc1dc75880ed74768" /><Relationship Type="http://schemas.openxmlformats.org/officeDocument/2006/relationships/slide" Target="/ppt/slides/slide10.xml" Id="Re015cd8dd7bc42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f86ad14244b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ef7f56bb54e49" /><Relationship Type="http://schemas.openxmlformats.org/officeDocument/2006/relationships/notesMaster" Target="/ppt/notesMasters/notesMaster1.xml" Id="R5bb39a3f9abe47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3ce176d4c04240" /><Relationship Type="http://schemas.openxmlformats.org/officeDocument/2006/relationships/notesMaster" Target="/ppt/notesMasters/notesMaster1.xml" Id="R8db8befb68a045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8758ef870b43b3" /><Relationship Type="http://schemas.openxmlformats.org/officeDocument/2006/relationships/notesMaster" Target="/ppt/notesMasters/notesMaster1.xml" Id="R0e22048185474e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1347cbaec4ea0" /><Relationship Type="http://schemas.openxmlformats.org/officeDocument/2006/relationships/notesMaster" Target="/ppt/notesMasters/notesMaster1.xml" Id="R0d05c67da32a43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ffcc7917954343" /><Relationship Type="http://schemas.openxmlformats.org/officeDocument/2006/relationships/notesMaster" Target="/ppt/notesMasters/notesMaster1.xml" Id="Rbebb6215b565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ddb01d2faa4c78" /><Relationship Type="http://schemas.openxmlformats.org/officeDocument/2006/relationships/notesMaster" Target="/ppt/notesMasters/notesMaster1.xml" Id="R1a955d27b1324e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80d895d2cf447c" /><Relationship Type="http://schemas.openxmlformats.org/officeDocument/2006/relationships/notesMaster" Target="/ppt/notesMasters/notesMaster1.xml" Id="Rb0e550b078d34b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25a03e6de142a9" /><Relationship Type="http://schemas.openxmlformats.org/officeDocument/2006/relationships/notesMaster" Target="/ppt/notesMasters/notesMaster1.xml" Id="R1598ac9aa42a45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f58bc9641748c8" /><Relationship Type="http://schemas.openxmlformats.org/officeDocument/2006/relationships/notesMaster" Target="/ppt/notesMasters/notesMaster1.xml" Id="R304dca2a007f49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279536359b478a" /><Relationship Type="http://schemas.openxmlformats.org/officeDocument/2006/relationships/notesMaster" Target="/ppt/notesMasters/notesMaster1.xml" Id="Rfae921ec3ef943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C:/Users/MikPz/Desktop/IA/PROJETO POKE IDLE WOLRD SITE/pokecentral-desktop/src/renderer/public/icons/logo.png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C:\Users\MikPz\Desktop\IA\PROJETO POKE IDLE WOLRD SITE\pokecentral-desktop\.presentation-assets/launcher-grid.png — captura fornecida pelo usuário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C:\Users\MikPz\Desktop\IA\PROJETO POKE IDLE WOLRD SITE\pokecentral-desktop\.presentation-assets/inventory.png — captura fornecida pelo usuário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C:\Users\MikPz\Desktop\IA\PROJETO POKE IDLE WOLRD SITE\pokecentral-desktop\.presentation-assets/laboratory.png — captura fornecida pelo usuário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C:\Users\MikPz\Desktop\IA\PROJETO POKE IDLE WOLRD SITE\pokecentral-desktop\.presentation-assets/showcase.png — captura gerada pelo teste smoke-showcase-v12.cjs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C:/Users/MikPz/Desktop/IA/PROJETO POKE IDLE WOLRD SITE/pokecentral-desktop/src/main/index.ts</a:t>
            </a:r>
          </a:p>
          <a:p xmlns:a="http://schemas.openxmlformats.org/drawingml/2006/main">
            <a:r>
              <a:t>- C:/Users/MikPz/Desktop/IA/PROJETO POKE IDLE WOLRD SITE/pokecentral-desktop/src/preload/index.ts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https://www.gov.br/mdr/pt-br/acesso-a-informacao/perguntas-frequentes/perguntas-e-respostas-frequentes-sobre-lgpd/quais-principios-devem-nortear-o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668a37e3544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cf9ce1bda04c59" /><Relationship Type="http://schemas.openxmlformats.org/officeDocument/2006/relationships/slideLayout" Target="/ppt/slideLayouts/slideLayout1.xml" Id="R650b5b10027c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b5b10027c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7d664597541db" /><Relationship Type="http://schemas.openxmlformats.org/officeDocument/2006/relationships/image" Target="/ppt/media/image.png" Id="R14f817685bd34232" /><Relationship Type="http://schemas.openxmlformats.org/officeDocument/2006/relationships/notesSlide" Target="/ppt/notesSlides/notesSlide1.xml" Id="Rd1795b6531e2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7418be101415e" /><Relationship Type="http://schemas.openxmlformats.org/officeDocument/2006/relationships/notesSlide" Target="/ppt/notesSlides/notesSlide2.xml" Id="Rad7269dd7f9d40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78c9e093a49f6" /><Relationship Type="http://schemas.openxmlformats.org/officeDocument/2006/relationships/image" Target="/ppt/media/image2.png" Id="Rb6d017ebd28f482c" /><Relationship Type="http://schemas.openxmlformats.org/officeDocument/2006/relationships/notesSlide" Target="/ppt/notesSlides/notesSlide3.xml" Id="R0b3fa099307348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f4ce3db5e44e0" /><Relationship Type="http://schemas.openxmlformats.org/officeDocument/2006/relationships/image" Target="/ppt/media/image3.png" Id="R9d4bcce9070d4b29" /><Relationship Type="http://schemas.openxmlformats.org/officeDocument/2006/relationships/notesSlide" Target="/ppt/notesSlides/notesSlide4.xml" Id="R15d1761564484e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9ef774c54a75" /><Relationship Type="http://schemas.openxmlformats.org/officeDocument/2006/relationships/image" Target="/ppt/media/image4.png" Id="R16e9e51666314f72" /><Relationship Type="http://schemas.openxmlformats.org/officeDocument/2006/relationships/notesSlide" Target="/ppt/notesSlides/notesSlide5.xml" Id="Rbee3e1d2527340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ad4fc8c55450e" /><Relationship Type="http://schemas.openxmlformats.org/officeDocument/2006/relationships/image" Target="/ppt/media/image5.png" Id="R920a31ad60ff48ab" /><Relationship Type="http://schemas.openxmlformats.org/officeDocument/2006/relationships/notesSlide" Target="/ppt/notesSlides/notesSlide6.xml" Id="Rca9616c9087c43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b3f2300e04458" /><Relationship Type="http://schemas.openxmlformats.org/officeDocument/2006/relationships/notesSlide" Target="/ppt/notesSlides/notesSlide7.xml" Id="R186194d0226d48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d4d5d73a142c2" /><Relationship Type="http://schemas.openxmlformats.org/officeDocument/2006/relationships/notesSlide" Target="/ppt/notesSlides/notesSlide8.xml" Id="Rd25d921a17ed40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f7d39b11a4429" /><Relationship Type="http://schemas.openxmlformats.org/officeDocument/2006/relationships/notesSlide" Target="/ppt/notesSlides/notesSlide9.xml" Id="Rf5417fc3c38049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1019791924d38" /><Relationship Type="http://schemas.openxmlformats.org/officeDocument/2006/relationships/notesSlide" Target="/ppt/notesSlides/notesSlide10.xml" Id="Ra5a5f6f9504a4e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84BB0-2EB5-483E-A122-25813CF1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3138E-FE8D-44B4-895E-CEA2387A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381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4DBC0-DA97-44D7-B32A-DC374ED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6B563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817685bd34232"/>
          <a:stretch xmlns:a="http://schemas.openxmlformats.org/drawingml/2006/main"/>
        </p:blipFill>
        <p:spPr>
          <a:xfrm xmlns:a="http://schemas.openxmlformats.org/drawingml/2006/main">
            <a:off x="1085850" y="108585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F4662-0656-4D6B-ABEF-0DA6ECF0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4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POKECENTRAL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AC7CD-4B60-448B-987E-EC7E8748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300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819E8-B5F8-45A0-90CF-A236E571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Contas, inventário e análise em uma central local.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07BF8-C9F6-4A71-9926-3464BF7E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Launcher independente para Windows  •  versão 0.12.1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9BB40-9B7B-4DA2-84A3-36094E9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645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36450"/>
                </a:solidFill>
                <a:latin typeface="Aptos"/>
                <a:ea typeface="Aptos"/>
                <a:cs typeface="Aptos"/>
              </a:rPr>
              <a:t>Ferramenta complementar. Não automatiza ações dentro do jogo.</a:t>
            </a:r>
          </a:p>
        </p:txBody>
      </p:sp>
    </p:spTree>
    <p:extLst>
      <p:ext uri="{BB962C8B-B14F-4D97-AF65-F5344CB8AC3E}">
        <p14:creationId xmlns:p14="http://schemas.microsoft.com/office/powerpoint/2010/main" val="202206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427BF-C3AA-4093-A1A7-8E6A69E2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4CF12-28EF-4FB9-92C5-EE24BB8F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7F0BF-C021-40B3-9A18-970BDF80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VISÃO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460A0-508E-4FEE-8562-13400E2F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0FFB0-525C-46F7-A41E-85EB0F3E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C4125-B780-43C5-BCB5-41218B32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C986B-1050-4245-8955-EFCB50D7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Quatro contas não precisam virar quatro rotinas.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22205-EEBB-4C67-BEBD-689026EA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O aplicativo reúne o que hoje exige alternância, conferência e organização manual.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75F31-28FC-4AC9-833A-8AC7D304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0FBB6-BBEA-4DEF-81B9-233B271B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O jogador continua jogando.</a:t>
            </a:r>
          </a:p>
          <a:p xmlns:a="http://schemas.openxmlformats.org/drawingml/2006/main">
            <a:pPr algn="l">
              <a:defRPr sz="22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O PokeCentral organiza ao redor.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9721B-31D1-422E-B16E-B7CA4BC7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74347-BB09-43E0-B5B7-EECD13F2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SESSÕES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9EE42-AA11-4793-9FEA-739F7DBB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Até quatro logins isolados, preservados ao trocar de tela.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8EEC5-D303-4100-9C90-E55584B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8E64B-889A-4696-A6F0-53303524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1A43C-5CDB-409D-B101-C3AEE87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INVENTÁRIO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80BE2-4EB4-4695-B874-32EE68D9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Pokémon, Pokébolas e itens consolidados em um único lugar.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738A1-BC7F-4F1D-A30A-F384D389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59B80-855A-4055-9D33-1BB35F5C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0074F-76FA-476C-BA3A-CC3ACD1E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DECISÃO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006BC-E4E3-4444-B1C4-EE9B0B33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720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Análise, preço sugerido e compartilhamento somente quando solicitado.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2B07F-DBC4-44D6-B94D-3E787DFB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1569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7E3C6-45B3-4F7A-B5DA-8722D872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31D6B-A9C5-48FA-B54B-DAEB0550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D5E63-B219-42C4-BBA6-CD0C06EF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LAUNCHER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DF976-12AC-4ACA-AC0C-2FCA1A2B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D4398-7857-48FD-97E3-5A4B6A5E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D6AA8-E96A-413A-9101-CEC1A364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ABC09-5CAA-4427-A477-49A0D432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Todas as contas permanecem visíveis e independentes.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8F612-7F43-495A-B9F4-80E268DB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Grade 2×2 por padrão; qualquer sessão pode ser ampliada sem perder o estado.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5FE58-DBD7-458A-B32F-5A27B1D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F51D8-50A2-4530-A2B2-60355F64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86296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8FC45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017ebd28f482c"/>
          <a:srcRect xmlns:a="http://schemas.openxmlformats.org/drawingml/2006/main" l="0" t="12984" r="0" b="129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76450"/>
            <a:ext cx="8477250" cy="39814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DD2C0-FF60-4741-91C6-915CDFF8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40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6D73C-1425-4788-AFA7-860BB0D0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SESSÕES</a:t>
            </a:r>
          </a:p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ISOLADAS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EA7F3-429C-40C0-9BA1-3F9E9850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64506-3B8D-498A-83C3-D4344777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• login persistente</a:t>
            </a:r>
          </a:p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• conta por cor</a:t>
            </a:r>
          </a:p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• grade ou foco</a:t>
            </a:r>
          </a:p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• menu recolhível</a:t>
            </a:r>
          </a:p>
        </p:txBody>
      </p:sp>
    </p:spTree>
    <p:extLst>
      <p:ext uri="{BB962C8B-B14F-4D97-AF65-F5344CB8AC3E}">
        <p14:creationId xmlns:p14="http://schemas.microsoft.com/office/powerpoint/2010/main" val="1709279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7B8E4-826A-451D-ACD8-211C924B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2D75-7CD4-4F03-A4E3-468EF121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BE649-3C46-428F-AE50-0D82BBF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INVENTÁRIO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DCFDE-AD6E-4C30-97EA-16FFECBD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97F2C-37D8-46DC-ABA8-EBE155D0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65E2F-0477-476C-985B-83A90B97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F7E2B-D3A0-4F1E-9FBF-57B2141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Um inventário único reduz procura e comparação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815D9-274D-42F9-BB19-105AB5E2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Filtros por conta, nível, IV, raridade e shiny ajudam a encontrar o que importa.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8FBE5-FE61-4270-8560-56219A8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A6B29-D8A5-4AF7-86B0-7D7C2DBF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1104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8FC45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bcce9070d4b29"/>
          <a:srcRect xmlns:a="http://schemas.openxmlformats.org/drawingml/2006/main" l="0" t="9837" r="0" b="9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57400"/>
            <a:ext cx="10896600" cy="3371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42DF1-6850-4120-BAA9-A209AE0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TUDO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CC0B6-8F94-46CB-A0D5-EFCFD1EF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3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POKÉMON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526D2-3BFD-4AB4-B57D-C0CE3126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POKÉBOLAS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1B6AA-C525-4D19-93D1-7E1A6B8B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3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ITENS</a:t>
            </a:r>
          </a:p>
        </p:txBody>
      </p:sp>
    </p:spTree>
    <p:extLst>
      <p:ext uri="{BB962C8B-B14F-4D97-AF65-F5344CB8AC3E}">
        <p14:creationId xmlns:p14="http://schemas.microsoft.com/office/powerpoint/2010/main" val="1773043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1233-3C59-4BE2-BB8F-08AAE76B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43428-61E4-4060-8C51-B867D20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5BB75-4F60-452D-8CAD-43354D6B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LABORATÓRIO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9611D-566E-4426-9155-F9B0F6AD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8874D-DC86-4710-8A6A-3499719D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CFA7B-85C4-4C90-B561-6162D829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FD1F8-74AC-4C0E-9D33-6D357180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A análise transforma números em uma leitura prática.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29287-925C-440B-B5AD-2382084A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Quality, IV, Power e seis atributos aparecem juntos, com potencial apresentado como estimativa.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B9742-671B-480A-8487-FE4C825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FD0FD-E847-4130-80AE-52189326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3914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4A90C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9e51666314f72"/>
          <a:stretch xmlns:a="http://schemas.openxmlformats.org/drawingml/2006/main"/>
        </p:blipFill>
        <p:spPr>
          <a:xfrm xmlns:a="http://schemas.openxmlformats.org/drawingml/2006/main">
            <a:off x="1152969" y="2038350"/>
            <a:ext cx="6228461" cy="405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F4523-C477-4822-B471-B5ECF9BE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A LEITURA REÚNE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41B47-07F1-45ED-9CB1-F76BECFE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952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Raridade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IV total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Power atual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Seis atributos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Potencial estimado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6A770-B279-4B2B-96AF-DF4AE8F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 classificação auxilia a triagem; não substitui uma medição oficial do jogo.</a:t>
            </a:r>
          </a:p>
        </p:txBody>
      </p:sp>
    </p:spTree>
    <p:extLst>
      <p:ext uri="{BB962C8B-B14F-4D97-AF65-F5344CB8AC3E}">
        <p14:creationId xmlns:p14="http://schemas.microsoft.com/office/powerpoint/2010/main" val="1887962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464DC-FA84-42C2-8C8A-4E71D9D6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24EE0-96D1-49AE-9455-1E0CAD8F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C3FB0-D0B7-4086-978B-4739B9F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VITRINE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E7AF0-B4C8-4155-94A8-21A2BEFC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92BCC-AFCA-43E0-AAD2-037563DC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B2BDD-FAB5-4FB1-896A-227BAF96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E9335-653F-4C37-960B-3191CF1C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O anúncio nasce local e só sai quando o jogador decide.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05A76-71A5-4FFD-B201-D92D82AA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Preço sugerido, contatos e compartilhamento ficam sob ação explícita do usuário.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2FA1B-0ABA-413F-ACB2-1FB5F01D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D9C59-52C2-45A7-AA09-2F527B36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8676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A878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a31ad60ff48ab"/>
          <a:srcRect xmlns:a="http://schemas.openxmlformats.org/drawingml/2006/main" l="0" t="3484" r="0" b="3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38350"/>
            <a:ext cx="7715250" cy="403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1538E-718E-4F6F-89E6-11553F43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76F0C-C0B3-4768-9F6F-23715BEA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CRIAR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D72C7-F810-4DD8-91DC-33647E7C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Selecionar o Pokémon e decidir o preço.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C09B4-DA4A-4F67-80BF-D4B160F4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7B61E-D978-4096-BF42-81BBB43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REVISAR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D3596-0C6F-4257-B072-CFF94F4A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Confirmar dados, contato e negociação.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99210-5DC5-4123-98C2-9C14F25B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91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BBDC8-FB29-4D20-AAD7-BF39DF8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91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COMPARTILHAR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FE8B7-8973-49BF-94E9-A7C7AF37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339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Copiar imagem ou gerar link temporário.</a:t>
            </a:r>
          </a:p>
        </p:txBody>
      </p:sp>
    </p:spTree>
    <p:extLst>
      <p:ext uri="{BB962C8B-B14F-4D97-AF65-F5344CB8AC3E}">
        <p14:creationId xmlns:p14="http://schemas.microsoft.com/office/powerpoint/2010/main" val="86136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319E6-C903-4A41-8CE2-7BC32C1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0B466-A5BF-4DA3-BD58-3705AB6F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96B75-EBD7-4158-9A80-5F21FCB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PRINCÍPIOS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3E225-74B2-47B4-BE2A-CD6406AB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2EB9A-F8BC-49B8-BD1F-C02757E5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6A748-2B07-494C-B19D-A7B4CDAB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50A9A-C155-41C4-A431-9A38FF40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O jogador permanece no controle de cada 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C75DD-E2FE-4B6B-A855-A365C4F2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 proposta é organizar informações — nunca substituir a interação humana com o jogo.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23172-BCCF-4550-A04D-B7436F3E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E0358-53A7-450D-8601-A1FFEC4F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O APLICATIVO FAZ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20BCC-D6D9-44DB-A033-89538CF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93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D4593F"/>
                </a:solidFill>
                <a:latin typeface="Courier New"/>
                <a:ea typeface="Courier New"/>
                <a:cs typeface="Courier New"/>
              </a:rPr>
              <a:t>O APLICATIVO NÃO FAZ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14B34-3A8E-4937-AC09-B3F0282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190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4956A-C601-41D8-B083-6E76E86C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7625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abre sessões separadas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organiza dados da própria conta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consolida inventário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calcula indicadores locais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compartilha quando solicitado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581AD-9A5A-487C-99FA-5CDE97B6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7625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clica nem movimenta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caça nem captura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executa macros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lê memória do processo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coleta senha ou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7EF23-1173-4068-AA03-6D039F4F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45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SEM AUTOMAÇÃO DE GAMEPLAY</a:t>
            </a:r>
          </a:p>
        </p:txBody>
      </p:sp>
    </p:spTree>
    <p:extLst>
      <p:ext uri="{BB962C8B-B14F-4D97-AF65-F5344CB8AC3E}">
        <p14:creationId xmlns:p14="http://schemas.microsoft.com/office/powerpoint/2010/main" val="1116412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6EE35-F065-4F83-AE9E-84DCB3A0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85FEC-8867-4AD2-A3E5-FCF0119A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2A060-5DBE-4B22-8E57-A82AE588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SEGURANÇA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78BE3-CA4D-40EF-B74B-583C4383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BD0BA-0C47-42BB-B898-914AACBA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7AE19-B7C9-4318-91FF-4EF19DA7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38F89-8FF7-4C2D-B4ED-92D6F6A0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Privacidade local é o comportamento padrão.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3C1BA-D902-46B6-AAB3-1266837A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As sessões do jogo ficam separadas das funções internas do desktop.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B7CC6-25AF-4F4E-9F78-CBD8A10B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6FA61-05C4-4411-90A6-5AEAD021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BB329-E052-43A1-BC0B-DC4E3E3A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SESSÕES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6F346-D2B4-4469-AE44-CCF44023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336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Cada conta usa uma partição persistente própria.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E844A-E6DF-4197-9FA5-02246DF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729AF-72DA-4C8F-ACB9-C7DF6889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212B9-EFD0-4E22-AA0F-C60A51DC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COLETA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99F55-2DFC-46D0-BFFA-87B06C67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Somente informações recebidas pela sessão autenticada do jogador.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32D73-A0E2-49E9-A667-134C3AE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BD96C-E7A9-42C4-8503-501B3F0A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C56EA-4E82-409F-8ED0-C95A1C7B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62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ARMAZENAMENTO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C2521-DBA2-4376-9BFE-5D9D6A9D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Inventário, anúncios e contatos permanecem no computador.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2012C-D9B6-47A7-AD98-586779C4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3C45D-ACE8-4A27-879F-13D347B9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0AE1E-D559-458B-8451-E4447E9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COMPARTILHAMENTO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C5CA3-D3FE-495C-92B0-A7EBD7B5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768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Somente após comando claro; links temporários e dados limitados.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F7592-CB6D-4204-A636-890F712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007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A3A206-CCB9-4587-9505-B1B0D8FC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nodeIntegration desativado  •  isolamento de contexto  •  sandbox  •  navegação restrita</a:t>
            </a:r>
          </a:p>
        </p:txBody>
      </p:sp>
    </p:spTree>
    <p:extLst>
      <p:ext uri="{BB962C8B-B14F-4D97-AF65-F5344CB8AC3E}">
        <p14:creationId xmlns:p14="http://schemas.microsoft.com/office/powerpoint/2010/main" val="1832282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43B0B-8214-4775-89AA-CD0088CD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93463-DDC5-48F7-BD84-9734B11C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C2E17-2374-4998-BABE-E92C8857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CONFIANÇA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93DDF-231B-4246-B707-C5B438C1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38930-4AA6-471C-AF19-4DE7C19C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6DC85-38DE-467B-A0E4-D194BEAA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91048-B905-4114-AC6B-1FA96575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Transparência não exige publicar o código do produto.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9407A-AE65-473B-B8CC-624EE0A0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 página pública pode oferecer evidências verificáveis sem expor a lógica comercial.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7AAA7-0FAC-4DB0-BD95-0337E9C2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78E21-5713-46A2-82B0-2DA402BF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2DC33-58BF-4090-B425-1808B29F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Política de privacidade em linguagem clara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0F66B-E5F3-407D-8121-8508DC14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0AC8A-4FA0-4A77-BB83-97CA6A56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Mapa dos dados acessados e onde ficam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D2755-9B7E-4AF7-86A9-886E6010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4C49E-C965-43BF-8835-715DF84C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Histórico público de versões e correções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1BB19-536D-4050-AD3C-16B1F6B6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F671E-6C31-433A-A895-5D4FFB30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Hash do instalador e análise antivírus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337C6-F631-4DD9-827F-C3A4397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1EAAD-0CA0-451F-B1DC-48D8320F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Canal responsável para suporte e segurança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38BEF-6F0E-4A80-98CC-B773F1F8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A7720-0A97-458E-ABC5-0097066B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672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Demonstração real das principais funções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9F7A5-CF4B-44FE-AC09-FE1E8D23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84E06-E9A8-44FF-8131-BDE951F4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Identidade própria  •  descrição precisa  •  nenhuma alegação de produto oficial</a:t>
            </a:r>
          </a:p>
        </p:txBody>
      </p:sp>
    </p:spTree>
    <p:extLst>
      <p:ext uri="{BB962C8B-B14F-4D97-AF65-F5344CB8AC3E}">
        <p14:creationId xmlns:p14="http://schemas.microsoft.com/office/powerpoint/2010/main" val="1842839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E9C82-F792-4C6C-A839-9CEA9A63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5D107-3F93-4DC7-836D-EB454E89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FE5CE-369B-463D-B6F6-F5367449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6FF97-BC7C-4158-BD42-D4FC5E19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2658E-436B-4B71-9BDA-E8F98833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4FAEC-2B26-4139-A7A6-C993455B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5D3AB-B774-4256-BEC4-891EF67A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O próximo marco é uma beta pequena e verificável.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7A44D-AE48-471B-9B08-5DCAEBE2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 evolução comercial acontece depois de validar instalação, segurança e entendimento do usuário.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C0E0B-22D1-4FD7-96C8-C1549846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1D8A8-C09E-46BC-8F66-2D75920B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DDBD1-100E-40B5-9C6B-924E192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BE994-20FE-4506-93FE-83361F25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VALIDAR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7D785-4E0F-4894-87CE-1E10B4F7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Instalação limpa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Links e contatos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Persistência das sessões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79E66-F0E1-4359-8621-AD18B7F6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43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32A9C-0721-408E-9BD3-DBB2F17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89796-1FE8-49A2-AB76-25D7DC3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67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TESTAR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B652F-C701-4ED7-91B0-A101AA1D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Grupo pequeno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Feedback documentado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Correções prioritárias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184CE-B946-4A46-89A6-1DD49A26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3F66E-4D10-4136-886A-40A7EEFF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C16FE-A7E2-4667-881D-AA0B6BCF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PUBLICAR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982DA-9F77-4C67-A1BF-C95EF723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Página do produto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Privacidade e termos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Download verificável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6EE14-A3B0-4E05-BC5E-98A09EC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E04E3-F2CC-41DF-B407-DD3CE3B2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668A9-3405-4A6E-ADCF-3D44B498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LANÇAR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A1D146-473B-4F58-B50C-650E6AE7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Licença de uso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Suporte definido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Atualizações controladas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C43038-B58F-4D75-B22C-6F851A42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PokeCentral Desktop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A812D-A734-4B8A-BAB9-852790C6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B42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0B429"/>
                </a:solidFill>
                <a:latin typeface="Aptos"/>
                <a:ea typeface="Aptos"/>
                <a:cs typeface="Aptos"/>
              </a:rPr>
              <a:t>Uma central local para organizar antes de compartilhar.</a:t>
            </a:r>
          </a:p>
        </p:txBody>
      </p:sp>
    </p:spTree>
    <p:extLst>
      <p:ext uri="{BB962C8B-B14F-4D97-AF65-F5344CB8AC3E}">
        <p14:creationId xmlns:p14="http://schemas.microsoft.com/office/powerpoint/2010/main" val="1448847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2026-07-24T13:33:18.8720000Z</dcterms:created>
  <dcterms:modified xsi:type="dcterms:W3CDTF">2026-07-24T13:33:18.8720000Z</dcterms:modified>
</coreProperties>
</file>